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本页仅用于解析测试。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本页仅用于解析测试。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本页仅用于解析测试。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西部计划政策要点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服务期：1 至 3 年，协议一年一签</a:t>
            </a:r>
          </a:p>
          <a:p>
            <a:pPr>
              <a:defRPr sz="2000"/>
            </a:pPr>
            <a:r>
              <a:t>服务期满考核合格颁发志愿服务证书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补贴与社保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中央财政给予生活补贴</a:t>
            </a:r>
          </a:p>
          <a:p>
            <a:pPr>
              <a:defRPr sz="2000"/>
            </a:pPr>
            <a:r>
              <a:t>服务地可给予配套补贴</a:t>
            </a:r>
          </a:p>
          <a:p>
            <a:pPr>
              <a:defRPr sz="2000"/>
            </a:pPr>
            <a:r>
              <a:t>按规定参加社会保险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期满优惠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考研、公务员招录按规定享受优惠</a:t>
            </a:r>
          </a:p>
          <a:p>
            <a:pPr>
              <a:defRPr sz="2000"/>
            </a:pPr>
            <a:r>
              <a:t>具体以当年政策文件为准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